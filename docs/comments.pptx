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3709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85011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3638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18506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351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9103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70858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2108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9234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032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365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59626-0B34-4A6F-B687-E9F32B4E7ABB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D974-75B2-4B63-842B-32C0386C837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2584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SECOND CURATORAI COMMENTS</a:t>
            </a:r>
            <a:endParaRPr lang="en-A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9991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5570537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71600" y="4581128"/>
            <a:ext cx="66247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Comments</a:t>
            </a:r>
          </a:p>
          <a:p>
            <a:r>
              <a:rPr lang="en-GB" dirty="0" smtClean="0"/>
              <a:t> </a:t>
            </a:r>
            <a:r>
              <a:rPr lang="en-GB" b="1" dirty="0" smtClean="0"/>
              <a:t>Having prices directly on the outfit cards makes the platform feel like an ecommerce store.</a:t>
            </a:r>
          </a:p>
          <a:p>
            <a:r>
              <a:rPr lang="en-GB" dirty="0" smtClean="0"/>
              <a:t>Even if we hide the store logos, the </a:t>
            </a:r>
            <a:r>
              <a:rPr lang="en-GB" b="1" dirty="0" smtClean="0"/>
              <a:t>price tag pushes the user into a shopping </a:t>
            </a:r>
            <a:r>
              <a:rPr lang="en-GB" b="1" dirty="0" err="1" smtClean="0"/>
              <a:t>mindset</a:t>
            </a:r>
            <a:r>
              <a:rPr lang="en-GB" dirty="0" smtClean="0"/>
              <a:t>, not a styling </a:t>
            </a:r>
            <a:r>
              <a:rPr lang="en-GB" dirty="0" err="1" smtClean="0"/>
              <a:t>mindset</a:t>
            </a:r>
            <a:r>
              <a:rPr lang="en-GB" dirty="0" smtClean="0"/>
              <a:t>.</a:t>
            </a:r>
          </a:p>
          <a:p>
            <a:r>
              <a:rPr lang="en-GB" dirty="0" smtClean="0"/>
              <a:t>It breaks the “editorial, AI-personal stylist” experience we want.</a:t>
            </a:r>
          </a:p>
          <a:p>
            <a:endParaRPr lang="en-GB" dirty="0" smtClean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1705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496" y="116632"/>
            <a:ext cx="892899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 smtClean="0"/>
              <a:t>We want users to feel like they’re browsing: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 smtClean="0"/>
              <a:t>AI-curated outfits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 smtClean="0"/>
              <a:t>Personalized looks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 smtClean="0"/>
              <a:t>Editorial inspiration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 smtClean="0"/>
              <a:t>Style guidance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 smtClean="0"/>
              <a:t>A digital stylist feed</a:t>
            </a:r>
          </a:p>
          <a:p>
            <a:r>
              <a:rPr lang="en-GB" sz="1200" dirty="0" smtClean="0"/>
              <a:t>NOT a catalogue of products for sale.</a:t>
            </a:r>
          </a:p>
          <a:p>
            <a:r>
              <a:rPr lang="en-GB" sz="1200" dirty="0" smtClean="0"/>
              <a:t>So </a:t>
            </a:r>
            <a:r>
              <a:rPr lang="en-GB" sz="1200" b="1" dirty="0" smtClean="0"/>
              <a:t>prices shouldn’t appear on the grid feed</a:t>
            </a:r>
            <a:r>
              <a:rPr lang="en-GB" sz="1200" dirty="0" smtClean="0"/>
              <a:t>.</a:t>
            </a:r>
          </a:p>
          <a:p>
            <a:r>
              <a:rPr lang="en-GB" sz="1200" b="1" dirty="0" smtClean="0"/>
              <a:t>Why?</a:t>
            </a:r>
          </a:p>
          <a:p>
            <a:r>
              <a:rPr lang="en-GB" sz="1200" dirty="0" smtClean="0"/>
              <a:t>Because it:</a:t>
            </a:r>
          </a:p>
          <a:p>
            <a:r>
              <a:rPr lang="en-GB" sz="1200" dirty="0" smtClean="0"/>
              <a:t>Perverts the intention → becomes “choose what to buy”</a:t>
            </a:r>
          </a:p>
          <a:p>
            <a:r>
              <a:rPr lang="en-GB" sz="1200" dirty="0" smtClean="0"/>
              <a:t>Distracts from the outfit storytelling</a:t>
            </a:r>
          </a:p>
          <a:p>
            <a:r>
              <a:rPr lang="en-GB" sz="1200" dirty="0" smtClean="0"/>
              <a:t>Makes CuratorAI feel like SHEIN / Zara / Amazon / </a:t>
            </a:r>
            <a:r>
              <a:rPr lang="en-GB" sz="1200" dirty="0" err="1" smtClean="0"/>
              <a:t>Jumia</a:t>
            </a:r>
            <a:endParaRPr lang="en-GB" sz="1200" dirty="0" smtClean="0"/>
          </a:p>
          <a:p>
            <a:r>
              <a:rPr lang="en-GB" sz="1200" dirty="0" smtClean="0"/>
              <a:t>Reduces engagement with our styling features (swap, why this was recommended, match %, etc.)</a:t>
            </a:r>
          </a:p>
          <a:p>
            <a:r>
              <a:rPr lang="en-GB" sz="1200" dirty="0" smtClean="0"/>
              <a:t>Shifts focus away from personalization</a:t>
            </a:r>
          </a:p>
          <a:p>
            <a:r>
              <a:rPr lang="en-GB" sz="1200" dirty="0" smtClean="0"/>
              <a:t>Confuses our brand positioning</a:t>
            </a:r>
          </a:p>
          <a:p>
            <a:endParaRPr lang="en-GB" sz="1200" b="1" dirty="0"/>
          </a:p>
          <a:p>
            <a:r>
              <a:rPr lang="en-GB" sz="1200" b="1" dirty="0" smtClean="0"/>
              <a:t>Recommendation</a:t>
            </a:r>
          </a:p>
          <a:p>
            <a:r>
              <a:rPr lang="en-GB" sz="1200" b="1" dirty="0" smtClean="0"/>
              <a:t>Do NOT show prices on the outfit grid.</a:t>
            </a:r>
          </a:p>
          <a:p>
            <a:r>
              <a:rPr lang="en-GB" sz="1200" dirty="0" smtClean="0"/>
              <a:t>Instead, use:</a:t>
            </a:r>
          </a:p>
          <a:p>
            <a:r>
              <a:rPr lang="en-GB" sz="1200" b="1" dirty="0" smtClean="0"/>
              <a:t>Match %</a:t>
            </a:r>
            <a:endParaRPr lang="en-GB" sz="1200" dirty="0" smtClean="0"/>
          </a:p>
          <a:p>
            <a:r>
              <a:rPr lang="en-GB" sz="1200" b="1" dirty="0" smtClean="0"/>
              <a:t>Style title</a:t>
            </a:r>
            <a:endParaRPr lang="en-GB" sz="1200" dirty="0" smtClean="0"/>
          </a:p>
          <a:p>
            <a:r>
              <a:rPr lang="en-GB" sz="1200" b="1" dirty="0" smtClean="0"/>
              <a:t>Likes count</a:t>
            </a:r>
            <a:endParaRPr lang="en-GB" sz="1200" dirty="0" smtClean="0"/>
          </a:p>
          <a:p>
            <a:r>
              <a:rPr lang="en-GB" sz="1200" b="1" dirty="0" smtClean="0"/>
              <a:t>Short vibe tags (streetwear, minimal, classy, cozy, vacation, etc.)</a:t>
            </a:r>
            <a:endParaRPr lang="en-GB" sz="1200" dirty="0" smtClean="0"/>
          </a:p>
          <a:p>
            <a:r>
              <a:rPr lang="en-GB" sz="1200" b="1" dirty="0" smtClean="0"/>
              <a:t>Save/</a:t>
            </a:r>
            <a:r>
              <a:rPr lang="en-GB" sz="1200" b="1" dirty="0" err="1" smtClean="0"/>
              <a:t>Favorite</a:t>
            </a:r>
            <a:r>
              <a:rPr lang="en-GB" sz="1200" b="1" dirty="0" smtClean="0"/>
              <a:t> icon</a:t>
            </a:r>
            <a:endParaRPr lang="en-GB" sz="1200" dirty="0" smtClean="0"/>
          </a:p>
          <a:p>
            <a:r>
              <a:rPr lang="en-GB" sz="1200" b="1" dirty="0" smtClean="0"/>
              <a:t>Price appears only when:</a:t>
            </a:r>
            <a:endParaRPr lang="en-GB" sz="1200" dirty="0" smtClean="0"/>
          </a:p>
          <a:p>
            <a:r>
              <a:rPr lang="en-GB" sz="1200" dirty="0" smtClean="0"/>
              <a:t>User opens the outfit</a:t>
            </a:r>
          </a:p>
          <a:p>
            <a:r>
              <a:rPr lang="en-GB" sz="1200" dirty="0" smtClean="0"/>
              <a:t>Scrolls to “Items in the Outfit” breakdown</a:t>
            </a:r>
          </a:p>
          <a:p>
            <a:r>
              <a:rPr lang="en-GB" sz="1200" dirty="0" smtClean="0"/>
              <a:t>Clicks “View on Store” or “Add to Bag”</a:t>
            </a:r>
          </a:p>
          <a:p>
            <a:r>
              <a:rPr lang="en-GB" sz="1200" dirty="0" smtClean="0"/>
              <a:t>This preserves:</a:t>
            </a:r>
            <a:br>
              <a:rPr lang="en-GB" sz="1200" dirty="0" smtClean="0"/>
            </a:br>
            <a:r>
              <a:rPr lang="en-GB" sz="1200" dirty="0" smtClean="0"/>
              <a:t>✔ Curation</a:t>
            </a:r>
            <a:br>
              <a:rPr lang="en-GB" sz="1200" dirty="0" smtClean="0"/>
            </a:br>
            <a:r>
              <a:rPr lang="en-GB" sz="1200" dirty="0" smtClean="0"/>
              <a:t>✔ Editorial feel</a:t>
            </a:r>
            <a:br>
              <a:rPr lang="en-GB" sz="1200" dirty="0" smtClean="0"/>
            </a:br>
            <a:r>
              <a:rPr lang="en-GB" sz="1200" dirty="0" smtClean="0"/>
              <a:t>✔ Premium stylist experience</a:t>
            </a:r>
            <a:br>
              <a:rPr lang="en-GB" sz="1200" dirty="0" smtClean="0"/>
            </a:br>
            <a:r>
              <a:rPr lang="en-GB" sz="1200" dirty="0" smtClean="0"/>
              <a:t>✔ High engagement</a:t>
            </a:r>
            <a:br>
              <a:rPr lang="en-GB" sz="1200" dirty="0" smtClean="0"/>
            </a:br>
            <a:r>
              <a:rPr lang="en-GB" sz="1200" dirty="0" smtClean="0"/>
              <a:t>✔ Clean, modern look</a:t>
            </a:r>
          </a:p>
          <a:p>
            <a:endParaRPr lang="en-AE" sz="1200" dirty="0"/>
          </a:p>
        </p:txBody>
      </p:sp>
      <p:sp>
        <p:nvSpPr>
          <p:cNvPr id="6" name="Rectangle 5"/>
          <p:cNvSpPr/>
          <p:nvPr/>
        </p:nvSpPr>
        <p:spPr>
          <a:xfrm>
            <a:off x="4211960" y="4869160"/>
            <a:ext cx="4824536" cy="18722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 smtClean="0">
                <a:solidFill>
                  <a:schemeClr val="accent2">
                    <a:lumMod val="75000"/>
                  </a:schemeClr>
                </a:solidFill>
              </a:rPr>
              <a:t>Final comments</a:t>
            </a:r>
          </a:p>
          <a:p>
            <a:r>
              <a:rPr lang="en-GB" sz="1400" b="1" dirty="0" smtClean="0">
                <a:solidFill>
                  <a:schemeClr val="accent2">
                    <a:lumMod val="75000"/>
                  </a:schemeClr>
                </a:solidFill>
              </a:rPr>
              <a:t>❌ Remove prices from the main outfit grid.</a:t>
            </a:r>
          </a:p>
          <a:p>
            <a:r>
              <a:rPr lang="en-GB" sz="1400" b="1" dirty="0" smtClean="0">
                <a:solidFill>
                  <a:schemeClr val="accent2">
                    <a:lumMod val="75000"/>
                  </a:schemeClr>
                </a:solidFill>
              </a:rPr>
              <a:t>✔ Show prices only inside the outfit page.</a:t>
            </a:r>
          </a:p>
          <a:p>
            <a:r>
              <a:rPr lang="en-GB" sz="1400" b="1" dirty="0" smtClean="0">
                <a:solidFill>
                  <a:schemeClr val="accent2">
                    <a:lumMod val="75000"/>
                  </a:schemeClr>
                </a:solidFill>
              </a:rPr>
              <a:t>✔ Keep the home feed focused on aesthetic and personalization.</a:t>
            </a:r>
          </a:p>
          <a:p>
            <a:r>
              <a:rPr lang="en-GB" sz="1400" b="1" dirty="0" smtClean="0">
                <a:solidFill>
                  <a:schemeClr val="accent2">
                    <a:lumMod val="75000"/>
                  </a:schemeClr>
                </a:solidFill>
              </a:rPr>
              <a:t>✔ Maintain CuratorAI's identity as a styling product, not a shopping app.</a:t>
            </a:r>
            <a:endParaRPr lang="en-GB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6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76672"/>
            <a:ext cx="2628900" cy="531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35896" y="1052736"/>
            <a:ext cx="54719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The Budget total ends in 1000 Dollars, can we think of </a:t>
            </a:r>
          </a:p>
          <a:p>
            <a:r>
              <a:rPr lang="en-GB" dirty="0" smtClean="0"/>
              <a:t>A bigger number or 1000+.</a:t>
            </a:r>
          </a:p>
          <a:p>
            <a:endParaRPr lang="en-GB" dirty="0"/>
          </a:p>
          <a:p>
            <a:r>
              <a:rPr lang="en-GB" dirty="0" smtClean="0"/>
              <a:t>Lets thi</a:t>
            </a:r>
            <a:r>
              <a:rPr lang="en-GB" dirty="0"/>
              <a:t>n</a:t>
            </a:r>
            <a:r>
              <a:rPr lang="en-GB" dirty="0" smtClean="0"/>
              <a:t>k of an option that will expand the prompt box, </a:t>
            </a:r>
          </a:p>
          <a:p>
            <a:r>
              <a:rPr lang="en-GB" dirty="0" smtClean="0"/>
              <a:t>Can be like launching it full page if a user requires</a:t>
            </a:r>
          </a:p>
          <a:p>
            <a:r>
              <a:rPr lang="en-GB" dirty="0" smtClean="0"/>
              <a:t>(Not urgent)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7395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88640"/>
            <a:ext cx="8400698" cy="40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4653136"/>
            <a:ext cx="87141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The share Button should be the same as the one in the feed but primary share should be in</a:t>
            </a:r>
          </a:p>
          <a:p>
            <a:r>
              <a:rPr lang="en-GB" dirty="0" smtClean="0"/>
              <a:t>The feed, if user is sharing on outside social media, should include watermark ( if no water</a:t>
            </a:r>
          </a:p>
          <a:p>
            <a:r>
              <a:rPr lang="en-GB" dirty="0" smtClean="0"/>
              <a:t>Mark required, user has to have  premium subscription) – </a:t>
            </a:r>
            <a:r>
              <a:rPr lang="en-GB" dirty="0" smtClean="0">
                <a:solidFill>
                  <a:srgbClr val="0070C0"/>
                </a:solidFill>
              </a:rPr>
              <a:t>A free share number will be </a:t>
            </a:r>
          </a:p>
          <a:p>
            <a:r>
              <a:rPr lang="en-GB" dirty="0" smtClean="0">
                <a:solidFill>
                  <a:srgbClr val="0070C0"/>
                </a:solidFill>
              </a:rPr>
              <a:t>decided later</a:t>
            </a:r>
          </a:p>
          <a:p>
            <a:endParaRPr lang="en-GB" dirty="0"/>
          </a:p>
          <a:p>
            <a:r>
              <a:rPr lang="en-GB" dirty="0" smtClean="0"/>
              <a:t>Add download button (Maximum 3 per user in 24hours – More downloads will require </a:t>
            </a:r>
          </a:p>
          <a:p>
            <a:r>
              <a:rPr lang="en-GB" dirty="0" smtClean="0"/>
              <a:t>subscription)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4404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8748464" cy="227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3212976"/>
            <a:ext cx="410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B0F0"/>
                </a:solidFill>
              </a:rPr>
              <a:t>Create Clickable Directions for the above. </a:t>
            </a:r>
            <a:endParaRPr lang="en-AE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71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917438" cy="3343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15616" y="4509120"/>
            <a:ext cx="4183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Include Mobile Options like – Google Drive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5158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8784976" cy="2246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71600" y="328498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CREATE OUTFIT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2" y="3861048"/>
            <a:ext cx="8352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⭐ The real question:</a:t>
            </a:r>
          </a:p>
          <a:p>
            <a:r>
              <a:rPr lang="en-GB" b="1" dirty="0" smtClean="0"/>
              <a:t>Should “Create Outfit” belong IN the wardrobe only</a:t>
            </a:r>
          </a:p>
          <a:p>
            <a:r>
              <a:rPr lang="en-GB" dirty="0" smtClean="0"/>
              <a:t>or</a:t>
            </a:r>
          </a:p>
          <a:p>
            <a:r>
              <a:rPr lang="en-GB" b="1" dirty="0" smtClean="0"/>
              <a:t>Should it be a GLOBAL primary action from anywhere?</a:t>
            </a:r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6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44624"/>
            <a:ext cx="87849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Overview</a:t>
            </a:r>
          </a:p>
          <a:p>
            <a:r>
              <a:rPr lang="en-GB" dirty="0" smtClean="0"/>
              <a:t>The </a:t>
            </a:r>
            <a:r>
              <a:rPr lang="en-GB" i="1" dirty="0" smtClean="0"/>
              <a:t>Create Outfit</a:t>
            </a:r>
            <a:r>
              <a:rPr lang="en-GB" dirty="0" smtClean="0"/>
              <a:t> feature is a core part of CuratorAI’s styling experience. It should not function as a wardrobe-specific action only. Instead, it must be implemented as a </a:t>
            </a:r>
            <a:r>
              <a:rPr lang="en-GB" b="1" dirty="0" smtClean="0"/>
              <a:t>global, persistent primary action</a:t>
            </a:r>
            <a:r>
              <a:rPr lang="en-GB" dirty="0" smtClean="0"/>
              <a:t> available across the entire platform.</a:t>
            </a:r>
          </a:p>
          <a:p>
            <a:r>
              <a:rPr lang="en-GB" dirty="0" smtClean="0"/>
              <a:t>This ensures UX consistency, increases engagement, and aligns with our “Curation First — Ecommerce Second” philosophy.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b="1" dirty="0" smtClean="0"/>
              <a:t>⭐ Key Reasoning </a:t>
            </a:r>
          </a:p>
          <a:p>
            <a:r>
              <a:rPr lang="en-GB" b="1" dirty="0" smtClean="0"/>
              <a:t>1. Outfit Creation Is Not only a Wardrobe Tool</a:t>
            </a:r>
          </a:p>
          <a:p>
            <a:r>
              <a:rPr lang="en-GB" dirty="0" smtClean="0"/>
              <a:t>Users may create outfits using: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AI-generated items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Wardrobe items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Mixed items (AI + wardrobe)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Inspired feed looks</a:t>
            </a:r>
          </a:p>
          <a:p>
            <a:r>
              <a:rPr lang="en-GB" dirty="0" smtClean="0"/>
              <a:t>Therefore, “Create Outfit” cannot be tied to the wardrobe section.</a:t>
            </a:r>
          </a:p>
          <a:p>
            <a:r>
              <a:rPr lang="en-GB" dirty="0" smtClean="0"/>
              <a:t>It should be made a </a:t>
            </a:r>
            <a:r>
              <a:rPr lang="en-GB" b="1" dirty="0" smtClean="0"/>
              <a:t>styling action</a:t>
            </a:r>
            <a:r>
              <a:rPr lang="en-GB" dirty="0" smtClean="0"/>
              <a:t>, not a </a:t>
            </a:r>
            <a:r>
              <a:rPr lang="en-GB" b="1" dirty="0" smtClean="0"/>
              <a:t>collection management action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1329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7504" y="188640"/>
            <a:ext cx="892899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2. Users Must Be Able to Start Creating From Anywhere</a:t>
            </a:r>
          </a:p>
          <a:p>
            <a:r>
              <a:rPr lang="en-GB" dirty="0" smtClean="0"/>
              <a:t>Whether a user is 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Home feed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Recommendation page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Outfit details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Wardrobe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Saved looks</a:t>
            </a:r>
          </a:p>
          <a:p>
            <a:endParaRPr lang="en-GB" dirty="0" smtClean="0"/>
          </a:p>
          <a:p>
            <a:r>
              <a:rPr lang="en-GB" dirty="0" smtClean="0"/>
              <a:t>They should always be able to start creating an outfit.</a:t>
            </a:r>
          </a:p>
          <a:p>
            <a:r>
              <a:rPr lang="en-GB" dirty="0" smtClean="0"/>
              <a:t>This mirrors UX patterns from:</a:t>
            </a:r>
          </a:p>
          <a:p>
            <a:r>
              <a:rPr lang="en-GB" dirty="0" err="1" smtClean="0"/>
              <a:t>Pinterest</a:t>
            </a:r>
            <a:r>
              <a:rPr lang="en-GB" dirty="0" smtClean="0"/>
              <a:t> (“Create”) </a:t>
            </a:r>
            <a:r>
              <a:rPr lang="en-GB" dirty="0" err="1" smtClean="0"/>
              <a:t>Instagram</a:t>
            </a:r>
            <a:r>
              <a:rPr lang="en-GB" dirty="0" smtClean="0"/>
              <a:t> (“+”) </a:t>
            </a:r>
            <a:r>
              <a:rPr lang="en-GB" dirty="0" err="1" smtClean="0"/>
              <a:t>Canva</a:t>
            </a:r>
            <a:r>
              <a:rPr lang="en-GB" dirty="0" smtClean="0"/>
              <a:t> (“Create Design”)</a:t>
            </a:r>
          </a:p>
          <a:p>
            <a:endParaRPr lang="en-GB" dirty="0" smtClean="0"/>
          </a:p>
          <a:p>
            <a:r>
              <a:rPr lang="en-GB" b="1" dirty="0" smtClean="0"/>
              <a:t>3. Consistency Improves Engagement</a:t>
            </a:r>
          </a:p>
          <a:p>
            <a:r>
              <a:rPr lang="en-GB" dirty="0" smtClean="0"/>
              <a:t>Making “Create Outfit” global: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Increases usage frequency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Reduces navigation friction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Makes the platform feel more like a stylist workspace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Maintains feature visibility across flows</a:t>
            </a:r>
          </a:p>
          <a:p>
            <a:r>
              <a:rPr lang="en-GB" dirty="0" smtClean="0"/>
              <a:t>Wardrobe-only placement hides the feature and lowers adoption.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054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8784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 smtClean="0"/>
          </a:p>
          <a:p>
            <a:endParaRPr lang="en-AE" dirty="0"/>
          </a:p>
        </p:txBody>
      </p:sp>
      <p:sp>
        <p:nvSpPr>
          <p:cNvPr id="3" name="Rectangle 2"/>
          <p:cNvSpPr/>
          <p:nvPr/>
        </p:nvSpPr>
        <p:spPr>
          <a:xfrm>
            <a:off x="107504" y="116633"/>
            <a:ext cx="8928992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4. Helps Reinforce Brand Positioning</a:t>
            </a:r>
          </a:p>
          <a:p>
            <a:r>
              <a:rPr lang="en-GB" dirty="0" smtClean="0"/>
              <a:t>CuratorAI is a </a:t>
            </a:r>
            <a:r>
              <a:rPr lang="en-GB" b="1" dirty="0" smtClean="0"/>
              <a:t>styling assistant</a:t>
            </a:r>
            <a:r>
              <a:rPr lang="en-GB" dirty="0" smtClean="0"/>
              <a:t>, not a shopping platform or wardrobe app.</a:t>
            </a:r>
          </a:p>
          <a:p>
            <a:r>
              <a:rPr lang="en-GB" dirty="0" smtClean="0"/>
              <a:t>Placing “Create Outfit” globally reinforces: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Personalization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Creativity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Styling intelligence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AI-first experience</a:t>
            </a:r>
          </a:p>
          <a:p>
            <a:r>
              <a:rPr lang="en-GB" dirty="0" smtClean="0"/>
              <a:t>This aligns with CuratorAI’s identity.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b="1" dirty="0" smtClean="0"/>
              <a:t>Ensure Global Routing Works</a:t>
            </a:r>
          </a:p>
          <a:p>
            <a:r>
              <a:rPr lang="en-GB" dirty="0" smtClean="0"/>
              <a:t>No matter where the user is:</a:t>
            </a:r>
          </a:p>
          <a:p>
            <a:r>
              <a:rPr lang="en-GB" dirty="0" smtClean="0"/>
              <a:t>Clicking </a:t>
            </a:r>
            <a:r>
              <a:rPr lang="en-GB" i="1" dirty="0" smtClean="0"/>
              <a:t>Create Outfit</a:t>
            </a:r>
            <a:r>
              <a:rPr lang="en-GB" dirty="0" smtClean="0"/>
              <a:t> should open the outfit creation flow</a:t>
            </a:r>
          </a:p>
          <a:p>
            <a:r>
              <a:rPr lang="en-GB" dirty="0" smtClean="0"/>
              <a:t>The source page does not matter</a:t>
            </a:r>
          </a:p>
          <a:p>
            <a:r>
              <a:rPr lang="en-GB" dirty="0" smtClean="0"/>
              <a:t>Routing should work even if the user has no wardrobe items</a:t>
            </a:r>
          </a:p>
          <a:p>
            <a:r>
              <a:rPr lang="en-GB" dirty="0" smtClean="0"/>
              <a:t>Empty state </a:t>
            </a:r>
            <a:r>
              <a:rPr lang="en-GB" dirty="0" err="1" smtClean="0"/>
              <a:t>fallback</a:t>
            </a:r>
            <a:r>
              <a:rPr lang="en-GB" dirty="0" smtClean="0"/>
              <a:t>:</a:t>
            </a:r>
            <a:br>
              <a:rPr lang="en-GB" dirty="0" smtClean="0"/>
            </a:br>
            <a:r>
              <a:rPr lang="en-GB" dirty="0" smtClean="0"/>
              <a:t>If wardrobe = empty → AI uses public dataset + mood inputs.</a:t>
            </a:r>
          </a:p>
          <a:p>
            <a:endParaRPr lang="en-GB" dirty="0"/>
          </a:p>
          <a:p>
            <a:r>
              <a:rPr lang="en-GB" b="1" dirty="0" smtClean="0"/>
              <a:t>Final Summary</a:t>
            </a:r>
          </a:p>
          <a:p>
            <a:r>
              <a:rPr lang="en-GB" dirty="0" smtClean="0"/>
              <a:t>“Create Outfit” must be a global action, not only a wardrobe-local action.</a:t>
            </a:r>
            <a:br>
              <a:rPr lang="en-GB" dirty="0" smtClean="0"/>
            </a:br>
            <a:r>
              <a:rPr lang="en-GB" dirty="0" smtClean="0"/>
              <a:t>Implement it as a floating primary action button available across all pages, with optional top-</a:t>
            </a:r>
            <a:r>
              <a:rPr lang="en-GB" dirty="0" err="1" smtClean="0"/>
              <a:t>nav</a:t>
            </a:r>
            <a:r>
              <a:rPr lang="en-GB" dirty="0" smtClean="0"/>
              <a:t> access. This aligns with CuratorAI’s core purpose and ensures users can initiate styling anytime.”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25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 smtClean="0"/>
          </a:p>
          <a:p>
            <a:endParaRPr lang="en-AE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" y="260648"/>
            <a:ext cx="8458664" cy="1575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87624" y="2420888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ADD ITEM</a:t>
            </a:r>
            <a:endParaRPr lang="en-AE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3429000"/>
            <a:ext cx="5377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Lets define where a user can add wardrobe items from.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50835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" y="260648"/>
            <a:ext cx="9086401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9552" y="2348880"/>
            <a:ext cx="200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CREATE LOOKBOOK</a:t>
            </a:r>
            <a:endParaRPr lang="en-AE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3140968"/>
            <a:ext cx="8095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Lets define how a user can create lookbooks and how the creation should look like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201832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23072"/>
            <a:ext cx="8856984" cy="259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3861048"/>
            <a:ext cx="234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Lets Define the Circled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57210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767</Words>
  <Application>Microsoft Office PowerPoint</Application>
  <PresentationFormat>On-screen Show (4:3)</PresentationFormat>
  <Paragraphs>121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SECOND CURATORAI COMMENTS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CURATORAI COMMENTS</dc:title>
  <dc:creator>Keneth Olupot</dc:creator>
  <cp:lastModifiedBy>Keneth Olupot</cp:lastModifiedBy>
  <cp:revision>8</cp:revision>
  <dcterms:created xsi:type="dcterms:W3CDTF">2025-11-13T20:15:30Z</dcterms:created>
  <dcterms:modified xsi:type="dcterms:W3CDTF">2025-11-13T22:04:44Z</dcterms:modified>
</cp:coreProperties>
</file>