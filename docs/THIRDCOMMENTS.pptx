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8847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4727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937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1293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9756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768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4277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228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596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0485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7963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5A743-2C8C-4CC8-BCA4-C4D944C3714E}" type="datetimeFigureOut">
              <a:rPr lang="en-AE" smtClean="0"/>
              <a:t>14/11/2025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77B90-B3FB-41AA-9DB5-FCE530381B6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6203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CURATORAI COMMENTS</a:t>
            </a:r>
            <a:endParaRPr lang="en-A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96299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8" y="188640"/>
            <a:ext cx="8774131" cy="222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2996952"/>
            <a:ext cx="44707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Saved Items</a:t>
            </a:r>
          </a:p>
          <a:p>
            <a:endParaRPr lang="en-GB" dirty="0"/>
          </a:p>
          <a:p>
            <a:r>
              <a:rPr lang="en-GB" dirty="0" smtClean="0"/>
              <a:t>Lets define where al clickable buttons lead to.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5245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2"/>
            <a:ext cx="7676433" cy="1352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2492896"/>
            <a:ext cx="345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Define how lookbooks are created.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04473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303424"/>
            <a:ext cx="8424936" cy="3013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9552" y="3933056"/>
            <a:ext cx="8741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With our Creation first, Ecommerce second, we need to change this to either keep curating </a:t>
            </a:r>
          </a:p>
          <a:p>
            <a:r>
              <a:rPr lang="en-GB" dirty="0" smtClean="0"/>
              <a:t>Or keep creating or something similar.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4149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7833873" cy="4669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5589240"/>
            <a:ext cx="5912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Allow owner to include if shoppable or not or also to add link.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29027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759230" cy="192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9552" y="2708920"/>
            <a:ext cx="434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What does the user need to do to add item?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6422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105167" cy="344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4509120"/>
            <a:ext cx="345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Mobile View includes Google Drive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21617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8376645" cy="139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2564904"/>
            <a:ext cx="4765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Lets define where all these clickable tabs lead to.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75267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83</Words>
  <Application>Microsoft Office PowerPoint</Application>
  <PresentationFormat>On-screen Show (4:3)</PresentationFormat>
  <Paragraphs>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CURATORAI COMMENTS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CURATORAI COMMENTS</dc:title>
  <dc:creator>Keneth Olupot</dc:creator>
  <cp:lastModifiedBy>Keneth Olupot</cp:lastModifiedBy>
  <cp:revision>2</cp:revision>
  <dcterms:created xsi:type="dcterms:W3CDTF">2025-11-14T17:20:05Z</dcterms:created>
  <dcterms:modified xsi:type="dcterms:W3CDTF">2025-11-14T17:33:45Z</dcterms:modified>
</cp:coreProperties>
</file>